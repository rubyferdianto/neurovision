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6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details supplied by Ruby Ferdianto and the NeuroVision source in this workspace. Screenshot: NeuroVision visual memory game, captured from https://rubyferdianto.github.io/neurovision/. Brain training describes the game format and does not claim clinical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Attribution based on the project source and development conversation. OpenAI Codex assisted implementation. Three.js renders the browser scenes. Poly Haven supplies CC0 textured 3D objects, https://polyhaven.com/license. GitHub Pages hosts https://rubyferdianto.github.io/neurovision/. Repository: https://github.com/rubyferdianto/neurovision.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D4C7D9-2CDB-4DF1-A795-A61E971DD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82AE6-F40E-47DF-89A7-FDE4EF2F16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B6E231F-5C5F-420C-B5B0-77F7EE475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DD1EBB7-86CA-4600-9487-17557F28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326D77-174B-41BC-BEEF-2DAE174BE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0C0CBFF-64E7-4926-B617-39C5C74B2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D4E614B-1623-4055-B651-9D8AAD245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68332FA-5B1C-48FD-AB17-92FA4F86B86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8D39398-801E-47E4-AAB8-5A8F822C0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D74FA72-6E71-4FAF-A02B-0D3CE22F8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9831CA-AFAF-4651-BA7D-4C5D178C1952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100012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5400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5400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365F50"/>
                </a:solidFill>
                <a:latin typeface="Arial"/>
                <a:ea typeface="Arial"/>
                <a:cs typeface="Arial"/>
              </a:rPr>
              <a:t>NeuroVision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1737D9-6FFE-46DD-917F-E4CAAEC441AE}"/>
              </a:ext>
            </a:extLst>
          </p:cNvPr>
          <p:cNvSpPr>
            <a:spLocks noGrp="1"/>
          </p:cNvSpPr>
          <p:nvPr/>
        </p:nvSpPr>
        <p:spPr>
          <a:xfrm>
            <a:off x="647700" y="1762125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65F50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8E88B9-80D3-45E9-8B76-C71739D220D0}"/>
              </a:ext>
            </a:extLst>
          </p:cNvPr>
          <p:cNvSpPr>
            <a:spLocks noGrp="1"/>
          </p:cNvSpPr>
          <p:nvPr/>
        </p:nvSpPr>
        <p:spPr>
          <a:xfrm>
            <a:off x="647700" y="2276475"/>
            <a:ext cx="466725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C32"/>
                </a:solidFill>
                <a:latin typeface="Arial"/>
                <a:ea typeface="Arial"/>
                <a:cs typeface="Arial"/>
              </a:rPr>
              <a:t>A browser platform with five games</a:t>
            </a:r>
          </a:p>
          <a:p>
            <a:pPr>
              <a:defRPr sz="2250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43C32"/>
                </a:solidFill>
                <a:latin typeface="Arial"/>
                <a:ea typeface="Arial"/>
                <a:cs typeface="Arial"/>
              </a:rPr>
              <a:t>for short brain-training sessions.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782045-00D0-409D-9372-2D9BA3FCA2DC}"/>
              </a:ext>
            </a:extLst>
          </p:cNvPr>
          <p:cNvSpPr>
            <a:spLocks noGrp="1"/>
          </p:cNvSpPr>
          <p:nvPr/>
        </p:nvSpPr>
        <p:spPr>
          <a:xfrm>
            <a:off x="647700" y="3781425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65F50"/>
                </a:solidFill>
                <a:latin typeface="Arial"/>
                <a:ea typeface="Arial"/>
                <a:cs typeface="Arial"/>
              </a:rPr>
              <a:t>WHAT I BUILD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FB4862-BE1C-4F75-A1B4-11F3775BF714}"/>
              </a:ext>
            </a:extLst>
          </p:cNvPr>
          <p:cNvSpPr>
            <a:spLocks noGrp="1"/>
          </p:cNvSpPr>
          <p:nvPr/>
        </p:nvSpPr>
        <p:spPr>
          <a:xfrm>
            <a:off x="647700" y="4295775"/>
            <a:ext cx="466725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C32"/>
                </a:solidFill>
                <a:latin typeface="Arial"/>
                <a:ea typeface="Arial"/>
                <a:cs typeface="Arial"/>
              </a:rPr>
              <a:t>Memory and picture puzzles</a:t>
            </a:r>
          </a:p>
          <a:p>
            <a:pPr>
              <a:defRPr sz="202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C32"/>
                </a:solidFill>
                <a:latin typeface="Arial"/>
                <a:ea typeface="Arial"/>
                <a:cs typeface="Arial"/>
              </a:rPr>
              <a:t>Realistic 3D object recognition</a:t>
            </a:r>
          </a:p>
          <a:p>
            <a:pPr>
              <a:defRPr sz="202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43C32"/>
                </a:solidFill>
                <a:latin typeface="Arial"/>
                <a:ea typeface="Arial"/>
                <a:cs typeface="Arial"/>
              </a:rPr>
              <a:t>Pattern recall and fish survival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43CF7D-C6BB-4B63-847B-0A48DC527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40626" y="1971675"/>
            <a:ext cx="5939948" cy="33432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7F84BE0-589D-4C43-82BC-C5E47FDCF56C}"/>
              </a:ext>
            </a:extLst>
          </p:cNvPr>
          <p:cNvSpPr>
            <a:spLocks noGrp="1"/>
          </p:cNvSpPr>
          <p:nvPr/>
        </p:nvSpPr>
        <p:spPr>
          <a:xfrm>
            <a:off x="5676900" y="5467350"/>
            <a:ext cx="5810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60726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60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7"/>
                </a:solidFill>
                <a:latin typeface="Arial"/>
                <a:ea typeface="Arial"/>
                <a:cs typeface="Arial"/>
              </a:rPr>
              <a:t>NeuroVision visual memory game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163BA-1A0E-4A43-A5C6-9D1DE1C7F8B8}"/>
              </a:ext>
            </a:extLst>
          </p:cNvPr>
          <p:cNvSpPr>
            <a:spLocks noGrp="1"/>
          </p:cNvSpPr>
          <p:nvPr/>
        </p:nvSpPr>
        <p:spPr>
          <a:xfrm>
            <a:off x="647700" y="6162675"/>
            <a:ext cx="4286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60726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60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7"/>
                </a:solidFill>
                <a:latin typeface="Arial"/>
                <a:ea typeface="Arial"/>
                <a:cs typeface="Arial"/>
              </a:rPr>
              <a:t>Ruby Ferdianto</a:t>
            </a:r>
          </a:p>
        </p:txBody>
      </p:sp>
    </p:spTree>
    <p:extLst>
      <p:ext uri="{BB962C8B-B14F-4D97-AF65-F5344CB8AC3E}">
        <p14:creationId xmlns:p14="http://schemas.microsoft.com/office/powerpoint/2010/main" val="1497463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A69E2CA-9F03-4B73-AFD8-CA1B103EA188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350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350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365F50"/>
                </a:solidFill>
                <a:latin typeface="Arial"/>
                <a:ea typeface="Arial"/>
                <a:cs typeface="Arial"/>
              </a:rPr>
              <a:t>The people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316124-B4D8-4751-BC15-587AB65735A8}"/>
              </a:ext>
            </a:extLst>
          </p:cNvPr>
          <p:cNvSpPr>
            <a:spLocks noGrp="1"/>
          </p:cNvSpPr>
          <p:nvPr/>
        </p:nvSpPr>
        <p:spPr>
          <a:xfrm>
            <a:off x="647700" y="2047875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pPr>
            <a:r>
              <a:rPr sz="2025" b="1" dirty="0">
                <a:solidFill>
                  <a:srgbClr val="365F50"/>
                </a:solidFill>
                <a:latin typeface="Arial"/>
                <a:ea typeface="Arial"/>
                <a:cs typeface="Arial"/>
              </a:rPr>
              <a:t>TEAM &amp; COLLABORATION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BAC5D9-EEA1-4AC3-8FB6-C9EE3951398D}"/>
              </a:ext>
            </a:extLst>
          </p:cNvPr>
          <p:cNvSpPr>
            <a:spLocks noGrp="1"/>
          </p:cNvSpPr>
          <p:nvPr/>
        </p:nvSpPr>
        <p:spPr>
          <a:xfrm>
            <a:off x="609600" y="2757487"/>
            <a:ext cx="4810125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00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243C32"/>
                </a:solidFill>
                <a:latin typeface="Arial"/>
                <a:ea typeface="Arial"/>
                <a:cs typeface="Arial"/>
              </a:rPr>
              <a:t>Project direction and game design</a:t>
            </a:r>
          </a:p>
          <a:p>
            <a:pPr>
              <a:defRPr sz="2100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100" b="0" dirty="0">
                <a:solidFill>
                  <a:srgbClr val="243C32"/>
                </a:solidFill>
                <a:latin typeface="Arial"/>
                <a:ea typeface="Arial"/>
                <a:cs typeface="Arial"/>
              </a:rPr>
              <a:t>with AI-assisted development.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E6803-C828-4966-9613-DEEC676F2E01}"/>
              </a:ext>
            </a:extLst>
          </p:cNvPr>
          <p:cNvSpPr>
            <a:spLocks noGrp="1"/>
          </p:cNvSpPr>
          <p:nvPr/>
        </p:nvSpPr>
        <p:spPr>
          <a:xfrm>
            <a:off x="6286500" y="2047875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365F5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65F50"/>
                </a:solidFill>
                <a:latin typeface="Arial"/>
                <a:ea typeface="Arial"/>
                <a:cs typeface="Arial"/>
              </a:rPr>
              <a:t>AI &amp; TOOL ATTRIBUTION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2200D6-06E3-4EE2-AAE5-5A62835CD596}"/>
              </a:ext>
            </a:extLst>
          </p:cNvPr>
          <p:cNvSpPr>
            <a:spLocks noGrp="1"/>
          </p:cNvSpPr>
          <p:nvPr/>
        </p:nvSpPr>
        <p:spPr>
          <a:xfrm>
            <a:off x="6286500" y="272415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243C3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1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3C32"/>
                </a:solidFill>
                <a:latin typeface="Arial"/>
                <a:ea typeface="Arial"/>
                <a:cs typeface="Arial"/>
              </a:rPr>
              <a:t>OpenAI Codex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319D97-A66B-405E-A045-A67B9E8AD04A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C32"/>
                </a:solidFill>
                <a:latin typeface="Arial"/>
                <a:ea typeface="Arial"/>
                <a:cs typeface="Arial"/>
              </a:rPr>
              <a:t>Coding and iterative improvements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0BBB35-417A-48D2-ACDB-585B278C37C5}"/>
              </a:ext>
            </a:extLst>
          </p:cNvPr>
          <p:cNvSpPr>
            <a:spLocks noGrp="1"/>
          </p:cNvSpPr>
          <p:nvPr/>
        </p:nvSpPr>
        <p:spPr>
          <a:xfrm>
            <a:off x="6286500" y="3971925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243C3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C32"/>
                </a:solidFill>
                <a:latin typeface="Arial"/>
                <a:ea typeface="Arial"/>
                <a:cs typeface="Arial"/>
              </a:rPr>
              <a:t>Three.js and Poly Haven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A726B3-C16B-4F4B-B71E-AD1A590FD6D4}"/>
              </a:ext>
            </a:extLst>
          </p:cNvPr>
          <p:cNvSpPr>
            <a:spLocks noGrp="1"/>
          </p:cNvSpPr>
          <p:nvPr/>
        </p:nvSpPr>
        <p:spPr>
          <a:xfrm>
            <a:off x="6286500" y="447675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C32"/>
                </a:solidFill>
                <a:latin typeface="Arial"/>
                <a:ea typeface="Arial"/>
                <a:cs typeface="Arial"/>
              </a:rPr>
              <a:t>3D rendering and CC0 object assets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59C637-5AC8-4142-ADD8-189712D4CC3C}"/>
              </a:ext>
            </a:extLst>
          </p:cNvPr>
          <p:cNvSpPr>
            <a:spLocks noGrp="1"/>
          </p:cNvSpPr>
          <p:nvPr/>
        </p:nvSpPr>
        <p:spPr>
          <a:xfrm>
            <a:off x="6286500" y="5219700"/>
            <a:ext cx="5238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243C3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1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3C32"/>
                </a:solidFill>
                <a:latin typeface="Arial"/>
                <a:ea typeface="Arial"/>
                <a:cs typeface="Arial"/>
              </a:rPr>
              <a:t>GitHub Pages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DCF922-C73E-4EB2-9FD0-B98CB637EC63}"/>
              </a:ext>
            </a:extLst>
          </p:cNvPr>
          <p:cNvSpPr>
            <a:spLocks noGrp="1"/>
          </p:cNvSpPr>
          <p:nvPr/>
        </p:nvSpPr>
        <p:spPr>
          <a:xfrm>
            <a:off x="6286500" y="57150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C3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C32"/>
                </a:solidFill>
                <a:latin typeface="Arial"/>
                <a:ea typeface="Arial"/>
                <a:cs typeface="Arial"/>
              </a:rPr>
              <a:t>Website hosting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32158-AA56-4895-B31C-D199FDC259C4}"/>
              </a:ext>
            </a:extLst>
          </p:cNvPr>
          <p:cNvSpPr>
            <a:spLocks noGrp="1"/>
          </p:cNvSpPr>
          <p:nvPr/>
        </p:nvSpPr>
        <p:spPr>
          <a:xfrm>
            <a:off x="647700" y="6153150"/>
            <a:ext cx="52387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75" b="0">
                <a:solidFill>
                  <a:srgbClr val="60726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60726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07267"/>
                </a:solidFill>
                <a:latin typeface="Arial"/>
                <a:ea typeface="Arial"/>
                <a:cs typeface="Arial"/>
              </a:rPr>
              <a:t>rubyferdianto.github.io/neurovision</a:t>
            </a:r>
          </a:p>
        </p:txBody>
      </p:sp>
    </p:spTree>
    <p:extLst>
      <p:ext uri="{BB962C8B-B14F-4D97-AF65-F5344CB8AC3E}">
        <p14:creationId xmlns:p14="http://schemas.microsoft.com/office/powerpoint/2010/main" val="184803485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DocSecurity>0</DocSecurity>
  <PresentationFormat>Widescreen</PresentationFormat>
  <Paragraphs>24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Ruby Ferdianto</cp:lastModifiedBy>
  <cp:revision>1</cp:revision>
  <dcterms:created xsi:type="dcterms:W3CDTF">2026-10-11T07:24:48Z</dcterms:created>
  <dcterms:modified xsi:type="dcterms:W3CDTF">2026-10-11T07:26:27Z</dcterms:modified>
</cp:coreProperties>
</file>